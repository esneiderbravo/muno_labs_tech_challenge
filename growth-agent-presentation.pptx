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</a:rPr>
              <a:t>PRUEBA TÉCNICA — MUNOLABS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Agent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26974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PM Virtual con IA · Arquitectura Multiagente · Next.js + Claude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3657600" cy="45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</a:rPr>
              <a:t>Stack: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Next.js 16 · Vercel AI SDK · Claude Sonnet 4 · TypeScript · Tailwind v4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</a:rPr>
              <a:t>Autor: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Esneider Bravo</a:t>
            </a:r>
            <a:pPr indent="0" marL="0">
              <a:buNone/>
            </a:pPr>
            <a:r>
              <a:rPr lang="en-US" sz="1300" dirty="0">
                <a:solidFill>
                  <a:srgbClr val="028090"/>
                </a:solidFill>
              </a:rPr>
              <a:t>   |   </a:t>
            </a:r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</a:rPr>
              <a:t>Fecha: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Mayo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8090"/>
                </a:solidFill>
              </a:rPr>
              <a:t>EL PROBLEMA REAL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conocimiento del proyecto vive en la cabeza de las personas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023360" cy="132588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73152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43000" y="1572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10+ herramientas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20116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Linear, Slack, Notion, GitHub, Transcripts, Calendar, Drive, PostHog, WhatsApp, Obsidian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00600" y="1463040"/>
            <a:ext cx="4023360" cy="132588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463040"/>
            <a:ext cx="73152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1572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½ día perdido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5192" y="20116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El founder tarda medio día en consolidar el estado real de todos los proyectos activos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32588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17520"/>
            <a:ext cx="73152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43000" y="31272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Conflictos ocultos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" y="356616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Decisiones que se contradicen entre fuentes sin que nadie lo detecte a tiempo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3017520"/>
            <a:ext cx="4023360" cy="132588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3017520"/>
            <a:ext cx="73152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💸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86400" y="31272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Compromisos perdidos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65192" y="356616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Promesas hechas en transcripts que no tienen tarea en Linear ni seguimiento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</a:rPr>
              <a:t>ARQUITECTURA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Next.js App Router + Vercel AI SDK + Claude Sonnet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92024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25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Chat UI (React)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6733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useChat · Source Badges · Conflict Alerts · Write-back Cards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33172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C39A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743200" y="1234440"/>
            <a:ext cx="1920240" cy="100584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325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/api/chat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16733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Route Handler · Orchestrator · detectConflicts()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0916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C39A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120640" y="1234440"/>
            <a:ext cx="1920240" cy="10058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1325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streamText Agent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12080" y="167335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Claude Sonnet 4 · maxSteps: 15 · Tool Loop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08660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C39A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7498080" y="1234440"/>
            <a:ext cx="1463040" cy="1005840"/>
          </a:xfrm>
          <a:prstGeom prst="rect">
            <a:avLst/>
          </a:prstGeom>
          <a:solidFill>
            <a:srgbClr val="1A5A4A"/>
          </a:solidFill>
          <a:ln/>
        </p:spPr>
      </p:sp>
      <p:sp>
        <p:nvSpPr>
          <p:cNvPr id="18" name="Text 16"/>
          <p:cNvSpPr/>
          <p:nvPr/>
        </p:nvSpPr>
        <p:spPr>
          <a:xfrm>
            <a:off x="7589520" y="13258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Mock Data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0" y="16733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10 Tools · 4 Clientes · TypeScript puro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C39A"/>
                </a:solidFill>
              </a:rPr>
              <a:t>DECISIONES CLAVE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834640"/>
            <a:ext cx="201168" cy="2011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28072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streamText con tool calling nativo — visibilidad en tiempo real de qué herramientas llama el agente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337560"/>
            <a:ext cx="201168" cy="2011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33101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finalize_response como herramienta obligatoria — output estructurado siempre (confianza, riesgos, conflictos, acciones)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840480"/>
            <a:ext cx="201168" cy="2011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813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detectConflicts() antes del LLM — lógica determinista, no le delegamos la detección al modelo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343400"/>
            <a:ext cx="201168" cy="20116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3159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Mock layer con interfaz idéntica a APIs reales — swap a producción sin tocar la arquitectura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8090"/>
                </a:solidFill>
              </a:rPr>
              <a:t>REGISTRO DE HERRAMIENTAS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10 fuentes · selección inteligente por tipo de consulta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1618488" cy="1371600"/>
          </a:xfrm>
          <a:prstGeom prst="rect">
            <a:avLst/>
          </a:prstGeom>
          <a:solidFill>
            <a:srgbClr val="E8F4FD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325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Notion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2140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  ·  Días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29968" y="1234440"/>
            <a:ext cx="1618488" cy="1371600"/>
          </a:xfrm>
          <a:prstGeom prst="rect">
            <a:avLst/>
          </a:prstGeom>
          <a:solidFill>
            <a:srgbClr val="EDF7F0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78608" y="1325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75688" y="178308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Linear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75688" y="212140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Lec+Esc  ·  Horas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39896" y="1234440"/>
            <a:ext cx="1618488" cy="1371600"/>
          </a:xfrm>
          <a:prstGeom prst="rect">
            <a:avLst/>
          </a:prstGeom>
          <a:solidFill>
            <a:srgbClr val="FFF8E7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88536" y="1325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785616" y="178308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Slack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85616" y="212140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Lec+Esc  ·  Mins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49824" y="1234440"/>
            <a:ext cx="1618488" cy="137160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98464" y="1325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495544" y="178308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Transcripts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95544" y="212140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  ·  Mins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59752" y="1234440"/>
            <a:ext cx="1618488" cy="1371600"/>
          </a:xfrm>
          <a:prstGeom prst="rect">
            <a:avLst/>
          </a:prstGeom>
          <a:solidFill>
            <a:srgbClr val="F5F3FF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08392" y="1325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205472" y="178308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Calendar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05472" y="212140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  ·  Variable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2788920"/>
            <a:ext cx="1618488" cy="1371600"/>
          </a:xfrm>
          <a:prstGeom prst="rect">
            <a:avLst/>
          </a:prstGeom>
          <a:solidFill>
            <a:srgbClr val="E8F4FD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28803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65760" y="333756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Drive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367588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  ·  Semanas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29968" y="2788920"/>
            <a:ext cx="1618488" cy="1371600"/>
          </a:xfrm>
          <a:prstGeom prst="rect">
            <a:avLst/>
          </a:prstGeom>
          <a:solidFill>
            <a:srgbClr val="EDF7F0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578608" y="28803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075688" y="333756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GitHub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075688" y="367588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  ·  Horas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739896" y="2788920"/>
            <a:ext cx="1618488" cy="1371600"/>
          </a:xfrm>
          <a:prstGeom prst="rect">
            <a:avLst/>
          </a:prstGeom>
          <a:solidFill>
            <a:srgbClr val="FFF8E7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288536" y="28803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785616" y="333756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Obsidian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85616" y="367588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  ·  Días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9824" y="2788920"/>
            <a:ext cx="1618488" cy="137160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998464" y="28803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495544" y="333756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PostHog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95544" y="367588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  ·  RT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159752" y="2788920"/>
            <a:ext cx="1618488" cy="1371600"/>
          </a:xfrm>
          <a:prstGeom prst="rect">
            <a:avLst/>
          </a:prstGeom>
          <a:solidFill>
            <a:srgbClr val="F5F3FF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708392" y="28803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7205472" y="3337560"/>
            <a:ext cx="152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WhatsApp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205472" y="367588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Lec  ·  Mins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28090"/>
                </a:solidFill>
              </a:rPr>
              <a:t>El agente elige solo las herramientas relevantes — no llama todas en cada consulta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8090"/>
                </a:solidFill>
              </a:rPr>
              <a:t>DATOS MOCK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4 clientes diseñados para demostrar cada escenario crítico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114800" cy="155448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834640" y="1325880"/>
            <a:ext cx="1508760" cy="2926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2852928" y="1344168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⚠ EN RIESGO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325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Client A · Acme Corp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F4444"/>
                </a:solidFill>
              </a:rPr>
              <a:t>Proyecto en riesgo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8928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Deadline viernes 23/5. 3 tareas abiertas. API keys no recibidas. WhatsApp urgente del CTO.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441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▶ Detección de riesgos · Priorización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234440"/>
            <a:ext cx="4114800" cy="155448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223760" y="1325880"/>
            <a:ext cx="1508760" cy="2926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242048" y="1344168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 SALUDABLE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92040" y="1325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Client B · TechStart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16459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0B981"/>
                </a:solidFill>
              </a:rPr>
              <a:t>Estado saludable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18928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Onboarding v2 entregado. Activación +18%. A/B test en curso. CEO muy satisfecho.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2441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▶ Respuesta estructurada 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71800"/>
            <a:ext cx="4114800" cy="155448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834640" y="3063240"/>
            <a:ext cx="1508760" cy="2926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2852928" y="3081528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! CONFLICTO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Client C · GlobalRetail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3383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F59E0B"/>
                </a:solidFill>
              </a:rPr>
              <a:t>Conflicto activo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36301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Transcript (lun)=REST, Linear (mié)=GraphQL implementado, Slack (jue)=propone híbrido.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41788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▶ Resolución de conflictos · Score de confianza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971800"/>
            <a:ext cx="4114800" cy="155448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223760" y="3063240"/>
            <a:ext cx="1508760" cy="2926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8" name="Text 26"/>
          <p:cNvSpPr/>
          <p:nvPr/>
        </p:nvSpPr>
        <p:spPr>
          <a:xfrm>
            <a:off x="7242048" y="3081528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⚡ PENDIENTE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9204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Client D · StartupXYZ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3383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F97316"/>
                </a:solidFill>
              </a:rPr>
              <a:t>Compromisos perdidos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36301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Auth ✓ · Dashboard v2 en progreso · API Docs: prometido en transcript, sin tarea en Linear.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41788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▶ Cross-ref transcripts vs Linear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</a:rPr>
              <a:t>CONFLICTO DETECTADO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Client C · GlobalRetail — API Integration Approach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011680" cy="1920240"/>
          </a:xfrm>
          <a:prstGeom prst="rect">
            <a:avLst/>
          </a:prstGeom>
          <a:solidFill>
            <a:srgbClr val="1A3A6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280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🎙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Transcript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Lunes 20/5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REST (approach X)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ADCFC"/>
                </a:solidFill>
              </a:rPr>
              <a:t>CTO pidió explícitamente REST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14600" y="1188720"/>
            <a:ext cx="2011680" cy="1920240"/>
          </a:xfrm>
          <a:prstGeom prst="rect">
            <a:avLst/>
          </a:prstGeom>
          <a:solidFill>
            <a:srgbClr val="5A3000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280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6060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Linear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0604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Miércoles 21/5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2331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GraphQL implementado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0604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ADCFC"/>
                </a:solidFill>
              </a:rPr>
              <a:t>Tarea cerrada como 'done'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3440" y="1188720"/>
            <a:ext cx="2011680" cy="1920240"/>
          </a:xfrm>
          <a:prstGeom prst="rect">
            <a:avLst/>
          </a:prstGeom>
          <a:solidFill>
            <a:srgbClr val="1A5A2A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1280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75488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Slack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5488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Jueves 22/5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331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Propone híbrido (Z)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ADCFC"/>
                </a:solidFill>
              </a:rPr>
              <a:t>Jorge: N+1 issues con GraphQL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12280" y="1188720"/>
            <a:ext cx="2011680" cy="1920240"/>
          </a:xfrm>
          <a:prstGeom prst="rect">
            <a:avLst/>
          </a:prstGeom>
          <a:solidFill>
            <a:srgbClr val="3A1A5A"/>
          </a:solidFill>
          <a:ln/>
        </p:spPr>
      </p:sp>
      <p:sp>
        <p:nvSpPr>
          <p:cNvPr id="24" name="Text 22"/>
          <p:cNvSpPr/>
          <p:nvPr/>
        </p:nvSpPr>
        <p:spPr>
          <a:xfrm>
            <a:off x="7543800" y="1280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90372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0372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Notion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903720" y="2331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Sigue doc REST (X)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0372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ADCFC"/>
                </a:solidFill>
              </a:rPr>
              <a:t>Sin actualizar desde sem. pasada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3291840"/>
            <a:ext cx="8412480" cy="1463040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0" name="Shape 28"/>
          <p:cNvSpPr/>
          <p:nvPr/>
        </p:nvSpPr>
        <p:spPr>
          <a:xfrm>
            <a:off x="365760" y="3291840"/>
            <a:ext cx="9144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336499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</a:rPr>
              <a:t>RESPUESTA DEL AGENTE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" y="363931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Fuente más reciente: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Slack (Jueves) · Recomendación: Hybrid Z</a:t>
            </a:r>
            <a:pPr indent="0" marL="0">
              <a:buNone/>
            </a:pPr>
            <a:r>
              <a:rPr lang="en-US" sz="1200" dirty="0">
                <a:solidFill>
                  <a:srgbClr val="028090"/>
                </a:solidFill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Confianza: </a:t>
            </a:r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LOW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 (3 fuentes en conflicto)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436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</a:rPr>
              <a:t>Acción propuesta: Draft de mensaje Slack para alinear con el equipo antes de continuar → [Aprobar]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8090"/>
                </a:solidFill>
              </a:rPr>
              <a:t>OUTPUT ESTRUCTURADO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finalize_response — herramienta obligatoria en cada respuesta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566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3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2C39A"/>
                </a:solidFill>
              </a:rPr>
              <a:t>ESQUEMA (Zod)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confidence: 'high' | 'medium' | 'low'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confidence_reason: string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risks: [{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description: string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source: string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severity: 'high'|'medium'|'low'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conflicts: [{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topic: string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entries: [{ source, date, value }]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mostRecentSource: string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recommendation: string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proposed_actions: [{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type: 'linear_task'|'slack_draft'|...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previewText: string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data: Record&lt;string, unknown&gt;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sources_consulted: string[]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206240" cy="105156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188720"/>
            <a:ext cx="73152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🎯  El LLM nunca responde texto libre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6459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El prompt obliga a llamar finalize_response como última acción. Metadata siempre disponible para la UI.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377440"/>
            <a:ext cx="4206240" cy="105156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377440"/>
            <a:ext cx="73152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468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📊  Confianza visible al usuario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834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High: todas las fuentes alinean. Medium: discrepancia menor. Low: conflicto activo o fuente única.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566160"/>
            <a:ext cx="4206240" cy="105156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566160"/>
            <a:ext cx="73152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657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🔒  Write-back solo con aprobación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4023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proposed_actions es una propuesta. El usuario ve el preview y pulsa Aprobar antes de que se ejecute nada.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</a:rPr>
              <a:t>SCRIPT DE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 consultas que cubren todos los escenarios evaluados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3444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"¿Cómo está Client A esta semana?"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52704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🔧 Transcripts + Linear + Slack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0" y="1243584"/>
            <a:ext cx="3200400" cy="548640"/>
          </a:xfrm>
          <a:prstGeom prst="rect">
            <a:avLst/>
          </a:prstGeom>
          <a:solidFill>
            <a:srgbClr val="162040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0" y="13258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</a:rPr>
              <a:t>✓ Respuesta estructurada · Source badges en tiempo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9933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1168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"¿Qué proyectos están en riesgo?"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230428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🔧 Linear + Slack + Transcripts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0" y="2020824"/>
            <a:ext cx="3200400" cy="548640"/>
          </a:xfrm>
          <a:prstGeom prst="rect">
            <a:avLst/>
          </a:prstGeom>
          <a:solidFill>
            <a:srgbClr val="162040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21031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</a:rPr>
              <a:t>✓ Detección de riesgos · Evidencia citada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7063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7889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2743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"¿Qué quedó pendiente con Client C?"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0815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🔧 Transcripts + Linear + Slack + Notion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0" y="2798064"/>
            <a:ext cx="3200400" cy="548640"/>
          </a:xfrm>
          <a:prstGeom prst="rect">
            <a:avLst/>
          </a:prstGeom>
          <a:solidFill>
            <a:srgbClr val="162040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0" y="28803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</a:rPr>
              <a:t>✓ Activación del conflicto · Confidence score LOW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54787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5661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"Prepara un brief para mi reunión con Client B"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60120" y="38587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🔧 Calendar + Transcripts + Linear + Slack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0" y="3575304"/>
            <a:ext cx="3200400" cy="548640"/>
          </a:xfrm>
          <a:prstGeom prst="rect">
            <a:avLst/>
          </a:prstGeom>
          <a:solidFill>
            <a:srgbClr val="162040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0" y="36576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</a:rPr>
              <a:t>✓ Selección inteligente de herramientas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32511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34340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6012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"¿Qué prometimos a Client D y qué entregamos?"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0120" y="46360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🔧 Transcripts + Linear + Notion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0" y="4352544"/>
            <a:ext cx="3200400" cy="548640"/>
          </a:xfrm>
          <a:prstGeom prst="rect">
            <a:avLst/>
          </a:prstGeom>
          <a:solidFill>
            <a:srgbClr val="162040"/>
          </a:solidFill>
          <a:ln/>
        </p:spPr>
      </p:sp>
      <p:sp>
        <p:nvSpPr>
          <p:cNvPr id="34" name="Text 32"/>
          <p:cNvSpPr/>
          <p:nvPr/>
        </p:nvSpPr>
        <p:spPr>
          <a:xfrm>
            <a:off x="5760720" y="44348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</a:rPr>
              <a:t>✓ Cross-ref · Propuesta de tarea Linear · [Aprobar]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8090"/>
                </a:solidFill>
              </a:rPr>
              <a:t>STACK &amp; DECISIONES TÉCNICAS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Cada decisión tiene una razón de ser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88720"/>
            <a:ext cx="73152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61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Next.js 16 App Router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Streaming nativo desde el servidor al cliente sin configuración extra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411480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188720"/>
            <a:ext cx="73152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261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Vercel AI SDK · streamText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Tool calling + streaming en una sola llamada. useChat sincroniza estado en el cliente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103120"/>
            <a:ext cx="411480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" y="2103120"/>
            <a:ext cx="73152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762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Claude Sonnet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2468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Mejor razonamiento disponible. Alineado con el JD (Claude Code = plus)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103120"/>
            <a:ext cx="411480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8" name="Shape 16"/>
          <p:cNvSpPr/>
          <p:nvPr/>
        </p:nvSpPr>
        <p:spPr>
          <a:xfrm>
            <a:off x="4754880" y="2103120"/>
            <a:ext cx="73152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1762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TypeScript + Zod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2468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Tipos compartidos entre mock data, herramientas y schemas de output del agente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411480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3017520"/>
            <a:ext cx="73152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Tailwind v4 + shadcn/ui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3383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Preconfigurado en el boilerplate. UI limpia sin tiempo de diseño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3017520"/>
            <a:ext cx="411480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4880" y="3017520"/>
            <a:ext cx="73152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Vitest · TDD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383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detectConflicts() y getClientsByUser() tienen tests antes de la implementación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931920"/>
            <a:ext cx="411480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Shape 28"/>
          <p:cNvSpPr/>
          <p:nvPr/>
        </p:nvSpPr>
        <p:spPr>
          <a:xfrm>
            <a:off x="365760" y="3931920"/>
            <a:ext cx="73152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0050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Direct API (v2)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4297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MCP aplica si el agente corre dentro de Claude Code/Cursor, no en Next.js web app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3931920"/>
            <a:ext cx="4114800" cy="7772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4754880" y="3931920"/>
            <a:ext cx="73152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37760" y="40050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Auth: hardcoded userId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937760" y="4297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Decisión consciente para el demo. v2: NextAuth/Clerk con permisos por rol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286000"/>
            <a:ext cx="4572000" cy="4572000"/>
          </a:xfrm>
          <a:prstGeom prst="ellipse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</a:rPr>
              <a:t>LO QUE ESTO NO 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No es un chatbot RAG que resume documentos.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4630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</a:rPr>
              <a:t>Es un PM virtual con memoria, contexto y criterio.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240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🧠  Convierte conocimiento fragmentado en memoria organizacional accionable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8803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⚡  Detecta conflictos antes de pasarlos al LLM — lógica determinista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35204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🔐  Write-back siempre con aprobación humana — autonomía solo en modo draft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3977640"/>
            <a:ext cx="4572000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4041648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Listo para demo → localhost:3000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Growth Agent — MunoLabs Tech Challenge</dc:title>
  <dc:subject>PptxGenJS Presentation</dc:subject>
  <dc:creator>PptxGenJS</dc:creator>
  <cp:lastModifiedBy>PptxGenJS</cp:lastModifiedBy>
  <cp:revision>1</cp:revision>
  <dcterms:created xsi:type="dcterms:W3CDTF">2026-05-23T20:31:12Z</dcterms:created>
  <dcterms:modified xsi:type="dcterms:W3CDTF">2026-05-23T20:31:12Z</dcterms:modified>
</cp:coreProperties>
</file>